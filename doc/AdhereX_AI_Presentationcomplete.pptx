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6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CAC77-BFA3-B141-8D4E-21C2F42C65A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55C42-E192-9C4C-AF0C-5609C5378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6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-22859" y="630765"/>
            <a:ext cx="4800599" cy="530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kern="0" spc="2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sz="2800" kern="0" spc="200" dirty="0" err="1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Name:Trinity</a:t>
            </a:r>
            <a:r>
              <a:rPr lang="en-US" sz="2800" kern="0" spc="2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Forge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0120" y="17318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Title:</a:t>
            </a:r>
          </a:p>
          <a:p>
            <a:pPr marL="0" indent="0" algn="ctr">
              <a:buNone/>
            </a:pPr>
            <a:r>
              <a:rPr lang="en-US" sz="2400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Preventing </a:t>
            </a:r>
            <a:r>
              <a: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Treatment Abandonment through Predictive Behavioral Persistence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371600" y="4343400"/>
            <a:ext cx="192024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4389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Team </a:t>
            </a:r>
            <a:r>
              <a:rPr lang="en-US" sz="1100" dirty="0" smtClean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: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4389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4343400"/>
            <a:ext cx="192024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4389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</a:t>
            </a:r>
            <a:r>
              <a:rPr lang="en-US" sz="1100" dirty="0" smtClean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May </a:t>
            </a: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2240280" y="0"/>
            <a:ext cx="7589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HKBK College Of Engineering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42409" y="2578607"/>
            <a:ext cx="43869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Namratha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Praveen C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Pritika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F4B4B">
              <a:alpha val="20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Treatment Adherence Crisis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abandon treatment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 months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97280"/>
            <a:ext cx="54864" cy="13716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188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$637B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non-adherence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 alone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97280"/>
            <a:ext cx="54864" cy="137160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618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days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behavioral drift before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abandonment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164592" cy="164592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26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illness patients (diabetes, hypertension)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74136"/>
            <a:ext cx="164592" cy="164592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37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patients on long-term medication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85032"/>
            <a:ext cx="164592" cy="164592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6484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&amp; post-surgery recovery patients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95928"/>
            <a:ext cx="164592" cy="164592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593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&amp; clinical teams lacking early warnings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Solutions Fail →  Reactive, not predictive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4B4B">
              <a:alpha val="20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PROBLEM STATEMENT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960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94360"/>
            <a:ext cx="54864" cy="9601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5836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health apps are reactive alarm clocks — they remind you after you've already failed."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Pain Points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9776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54864" cy="109728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Reactive Reminders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notify after a missed dose — too late to prevent behavioral drift.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148840"/>
            <a:ext cx="39776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148840"/>
            <a:ext cx="54864" cy="109728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No Behavioral Intelligence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tracks mood, sleep, and anxiety as early abandonment signals.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9776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54864" cy="109728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Invisible Decline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cannot visualize how daily habits compound into treatment failure.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520440"/>
            <a:ext cx="39776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520440"/>
            <a:ext cx="54864" cy="109728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No Caregiver Escalation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and caregivers receive alerts only after crisis — not 14 days before.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F5FF">
              <a:alpha val="2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AdhereX AI — Predictive Clinical Support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AdhereX AI detects Biopsychosocial Drift — the measurable decline in sleep, mood, and activity that occurs 14 days before a patient abandons treatment. It intervenes with empathy before failure happens.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965960" cy="2286000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196596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forecasts abandonment 14 days ahead using behavioral pattern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2057400"/>
            <a:ext cx="1965960" cy="2286000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057400"/>
            <a:ext cx="196596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9748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312724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transforms abstract health data into a living 3D health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057400"/>
            <a:ext cx="1965960" cy="2286000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057400"/>
            <a:ext cx="196596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4632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12724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AI Chat responds with empathy and adaptive strategies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2057400"/>
            <a:ext cx="1965960" cy="2286000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2057400"/>
            <a:ext cx="1965960" cy="548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9516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312724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caregiver escalation before crisis — not after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091B0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572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Not a reminder app. A clinical-grade Behavioral Persistence Platform that predicts and prevents — not reacts.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F5FF">
              <a:alpha val="2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192024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1920240" cy="64008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984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91440" cy="91440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6824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91440" cy="91440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Level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91440" cy="91440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/ Sentiment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91440" cy="91440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8895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Log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2743200"/>
            <a:ext cx="228600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0832" y="263347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1188720"/>
            <a:ext cx="192024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1188720"/>
            <a:ext cx="192024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2984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ENGINE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1719072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16824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Formula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97480" y="2121408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97480" y="2523744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Detection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97480" y="2926080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28895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Classifier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2743200"/>
            <a:ext cx="228600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781" y="26219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188720"/>
            <a:ext cx="192024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188720"/>
            <a:ext cx="1920240" cy="640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12984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719072"/>
            <a:ext cx="91440" cy="91440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16824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Health Model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2121408"/>
            <a:ext cx="91440" cy="91440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State (R/A/G)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2523744"/>
            <a:ext cx="91440" cy="91440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926080"/>
            <a:ext cx="91440" cy="91440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01768" y="28895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Feedback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629400" y="2743200"/>
            <a:ext cx="228600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80276" y="263008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▶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58000" y="1188720"/>
            <a:ext cx="192024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1188720"/>
            <a:ext cx="1920240" cy="640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31152" y="12984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95160" y="1719072"/>
            <a:ext cx="91440" cy="91440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16824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Triggers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95160" y="2121408"/>
            <a:ext cx="91440" cy="91440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0608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Reminders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95160" y="2523744"/>
            <a:ext cx="91440" cy="91440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0608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Alerts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995160" y="2926080"/>
            <a:ext cx="91440" cy="91440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0608" y="28895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Strategy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44805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Formula:   stability = (sleep × 0.35)  +  (activity × 0.25)  +  ((100 − anxiety) × 0.20)  +  (adherence × 0.20)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F5FF">
              <a:alpha val="2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7495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48056" y="286905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20020"/>
            <a:ext cx="40233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7684"/>
            <a:ext cx="54864" cy="150876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231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Digital Twin Visualization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7263" y="100173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sphere that morphs in real-time — Cyan (Stable) → Amber (At Risk) → Red (Critical). Patients literally see their health decaying before it happens.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612597"/>
            <a:ext cx="40233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621535"/>
            <a:ext cx="54864" cy="15087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75027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Predictive Burnout Forecast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53178" y="100173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trajectory graph shows where behavior is heading. The system flags the intervention window while correction is still possible.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" y="2226513"/>
            <a:ext cx="40233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603" y="2226513"/>
            <a:ext cx="54864" cy="15087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377107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Emotion-Aware AI Chat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9029" y="2598643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responses adapt to the patient's stability score. Low score = empathetic, gentle tone. High score = motivating, encouraging tone.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226513"/>
            <a:ext cx="40233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5157" y="2223301"/>
            <a:ext cx="54864" cy="150876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3178" y="237186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Smart Adaptive Reminders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8504" y="261076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shift timing based on fatigue patterns — e.g., 'Change Metformin to 8:30 PM to avoid evening fatigue'.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7603" y="3818185"/>
            <a:ext cx="4023360" cy="1313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7963" y="3825120"/>
            <a:ext cx="49341" cy="1277231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9364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Biopsychosocial Tracking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7032" y="4122301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sleep quality, activity, anxiety, and medication adherence into one unified health signal — not isolated metrics.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85157" y="3821855"/>
            <a:ext cx="4023360" cy="1321645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4359" y="3812225"/>
            <a:ext cx="45719" cy="129012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3178" y="39364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Caregiver Alert System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14490" y="41102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Auto-escalates to caregiver or clinician when score drops below threshold — 14 days before abandonment occurs.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F5FF">
              <a:alpha val="2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188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Next.js (App Router)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56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Tailwind CSS + Shadcn/UI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118872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Three Fiber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856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Three.js r128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WebGL Shaders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402336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60320"/>
            <a:ext cx="54864" cy="1188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51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Logic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980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Zustand Store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227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Drift Engine (Client-side)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Mock JSON Patient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560320"/>
            <a:ext cx="402336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560320"/>
            <a:ext cx="54864" cy="11887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651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980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Anthropic Claude API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227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Emotion-Aware Prompting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474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Score-based Context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402336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931920"/>
            <a:ext cx="54864" cy="1188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023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3525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Framer Motion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5994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Keyframes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4846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Pulse / Glitch Effects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931920"/>
            <a:ext cx="402336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931920"/>
            <a:ext cx="54864" cy="118872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023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Data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43525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Recharts (Line/Area)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45994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Chart.js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46320" y="4846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Predictive Forecast Graph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F5FF">
              <a:alpha val="2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UI / UX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— Medical </a:t>
            </a:r>
            <a:r>
              <a:rPr lang="en-US" sz="2000" b="1" dirty="0" smtClean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59436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7043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Language:  "Medical HUD" — Dark mode, neon clinical signals, high contrast, real-time feedback loops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30352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002536"/>
            <a:ext cx="182880" cy="182880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653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8653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center + vitals left + forecast right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8229600" cy="530352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606040"/>
            <a:ext cx="182880" cy="182880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468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bubbles, typing animation, score-adaptive tone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8229600" cy="530352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209544"/>
            <a:ext cx="182880" cy="1828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072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Logs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307238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Sparkline metrics — Sleep, Activity, Mood, Adherence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8229600" cy="530352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813048"/>
            <a:ext cx="182880" cy="182880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75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Panel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6758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strategy cards with Adopt / Dismiss CTAs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42816"/>
            <a:ext cx="8229600" cy="530352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416552"/>
            <a:ext cx="182880" cy="182880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279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Alerts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42793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log table with severity badges and status tracking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Colors:  </a:t>
            </a:r>
            <a:r>
              <a:rPr lang="en-US" sz="2000" b="1" dirty="0" smtClean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= </a:t>
            </a:r>
            <a:r>
              <a:rPr lang="en-US" sz="2000" b="1" dirty="0" smtClean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  Amber </a:t>
            </a:r>
            <a:r>
              <a:rPr lang="en-US" sz="20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At Risk </a:t>
            </a:r>
            <a:r>
              <a:rPr lang="en-US" sz="2000" b="1" dirty="0" smtClean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Red </a:t>
            </a:r>
            <a:r>
              <a:rPr lang="en-US" sz="20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Critical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F5FF">
              <a:alpha val="2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DEMO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/ Demo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16736"/>
            <a:ext cx="420624" cy="420624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2527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sphere glows Cyan. Stability score: 85/100. Patient is healthy and adherent.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82296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84832"/>
            <a:ext cx="420624" cy="420624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0208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'Simulate Drift'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3225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drops, anxiety rises, activity falls. Score recalculates to 68/100.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2615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24912"/>
            <a:ext cx="82296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852928"/>
            <a:ext cx="420624" cy="420624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7889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Turns Amber → 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0906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sphere shifts color. 'At Risk' badge appears. AI Chat auto-activates with empathetic message.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93008"/>
            <a:ext cx="82296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621024"/>
            <a:ext cx="420624" cy="420624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3557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Intervention Card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8587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suggests: 'Shift Metformin to 8:30 PM to avoid evening fatigue.' Expected outcome displayed.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4151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61104"/>
            <a:ext cx="82296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89120"/>
            <a:ext cx="420624" cy="420624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4325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'Adopt Strategy'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46268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recovers. Twin transitions back to Cyan. Caregiver alert logged as 'Resolved'.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F5FF">
              <a:alpha val="2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399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Drift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platform to quantify Biopsychosocial Drift as a unified score combining sleep, mood, activity, and adherence — before abandonment.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402336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96149" y="138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— Not Reactive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8470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risk 14 days before failure using trend analysis, not threshold alerts. Shifts the entire paradigm from reactive to proactive care.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08960"/>
            <a:ext cx="402336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46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33009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Digital Twin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7673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see their health status as a 3D model that visually decays. Emotional visualization drives behavior change better than numbers.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145536"/>
            <a:ext cx="40233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108960"/>
            <a:ext cx="4023360" cy="548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46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968068" y="329821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7673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adjusts its tone, language, and intervention style based on the patient's stability score — not a static chatbot.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0FF9D">
              <a:alpha val="2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&amp; Scalability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❤️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226771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treatment abandonment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2024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188720"/>
            <a:ext cx="192024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261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$637B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79192" y="226771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 from non-adherence costs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192024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188720"/>
            <a:ext cx="192024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261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0060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 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28032" y="226771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patients who could benefit immediately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1188720"/>
            <a:ext cx="192024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188720"/>
            <a:ext cx="1920240" cy="548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261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944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days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76872" y="226771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intervention window vs existing tools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2651760" cy="2011680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26080"/>
            <a:ext cx="54864" cy="201168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999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Benefits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383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Reduces anxiety around treatment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730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Clear visual health feedback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0782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Personalized intervention timing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4256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Caregiver peace of mind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2926080"/>
            <a:ext cx="2651760" cy="2011680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2926080"/>
            <a:ext cx="54864" cy="201168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2999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20440" y="3383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Reduces hospital readmission costs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3730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Improves clinical trial retention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20440" y="40782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Pharma partnership opportunity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44256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SaaS subscription model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926080"/>
            <a:ext cx="2651760" cy="2011680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2926080"/>
            <a:ext cx="54864" cy="201168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999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0" y="3383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Cloud-native, API-first architecture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3730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Expands to any chronic condition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40782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Multilingual AI chat support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44256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EHR integration roadmap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FB347">
              <a:alpha val="20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64008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Now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1801368"/>
            <a:ext cx="109728" cy="10972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357" y="1615663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dashboard with Digital Twin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368296"/>
            <a:ext cx="109728" cy="10972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82591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Engine + Stability Score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2935224"/>
            <a:ext cx="109728" cy="10972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49519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AI Chat (scripted)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" y="3502152"/>
            <a:ext cx="109728" cy="10972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316447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Alert Log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1188720"/>
            <a:ext cx="26517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188720"/>
            <a:ext cx="2651760" cy="640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3 Months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02152" y="1801368"/>
            <a:ext cx="109728" cy="109728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5032" y="168624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wearable data integration (Apple Health, Fitbit)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02152" y="2368296"/>
            <a:ext cx="109728" cy="109728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225317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ML model trained on patient cohorts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02152" y="2935224"/>
            <a:ext cx="109728" cy="109728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75609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+ SMS reminders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02152" y="3502152"/>
            <a:ext cx="109728" cy="109728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332302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Multi-patient clinical view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188720"/>
            <a:ext cx="26517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188720"/>
            <a:ext cx="265176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 12 Months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82512" y="1801368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1615663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 (Epic, FHIR API)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82512" y="2368296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25317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clearance pathway (FDA, CE Mark)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82512" y="2935224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28078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check-ins + sentiment analysis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82512" y="3502152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3316447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hospital SaaS licensing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828032"/>
            <a:ext cx="8229600" cy="137160"/>
          </a:xfrm>
          <a:prstGeom prst="rect">
            <a:avLst/>
          </a:prstGeom>
          <a:solidFill>
            <a:srgbClr val="131928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828032"/>
            <a:ext cx="7955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Expansion: Real NLP sentiment scoring → Reinforcement learning for adaptive reminder timing → LLM-powered clinical decision support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F5FF">
              <a:alpha val="2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0175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CONCLUSION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143000"/>
            <a:ext cx="54864" cy="658368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20700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Addresses a $637B healthcare problem with a novel predictive approach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911096"/>
            <a:ext cx="8229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911096"/>
            <a:ext cx="54864" cy="65836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97510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Digital Twin gives patients emotional ownership of their health journey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679192"/>
            <a:ext cx="8229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79192"/>
            <a:ext cx="54864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74320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Biopsychosocial Drift Engine detects abandonment 14 days before it happens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447288"/>
            <a:ext cx="8229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47288"/>
            <a:ext cx="54864" cy="65836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51129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Emotion-aware AI and smart caregiver alerts close the loop completely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04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251960"/>
            <a:ext cx="822960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3159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aren't building a reminder list. We are building a clinical-grade support system that predicts failure and prevents it — with empathy."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457200"/>
            <a:ext cx="2926080" cy="2926080"/>
          </a:xfrm>
          <a:prstGeom prst="ellipse">
            <a:avLst/>
          </a:prstGeom>
          <a:solidFill>
            <a:srgbClr val="00F5FF">
              <a:alpha val="7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914400"/>
            <a:ext cx="2011680" cy="2011680"/>
          </a:xfrm>
          <a:prstGeom prst="ellipse">
            <a:avLst/>
          </a:prstGeom>
          <a:solidFill>
            <a:srgbClr val="00F5FF">
              <a:alpha val="13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1600200"/>
            <a:ext cx="731520" cy="7315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0" y="2606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182880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71600" y="3931920"/>
            <a:ext cx="20116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3995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team@adherex.ai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3931920"/>
            <a:ext cx="20116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3995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adherex.ai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931920"/>
            <a:ext cx="20116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995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github.com/adherex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AdhereX AI  •  Hackathon 2025  •  Behavioral Persistence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1289</Words>
  <Application>Microsoft Office PowerPoint</Application>
  <PresentationFormat>On-screen Show (16:9)</PresentationFormat>
  <Paragraphs>240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AdhereX AI — Behavioral Persistence Platform</dc:title>
  <dc:subject>PptxGenJS Presentation</dc:subject>
  <dc:creator>PptxGenJS</dc:creator>
  <cp:lastModifiedBy>Admin</cp:lastModifiedBy>
  <cp:revision>8</cp:revision>
  <dcterms:created xsi:type="dcterms:W3CDTF">2026-05-12T01:33:08Z</dcterms:created>
  <dcterms:modified xsi:type="dcterms:W3CDTF">2026-05-12T04:19:27Z</dcterms:modified>
</cp:coreProperties>
</file>